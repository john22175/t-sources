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4835-92D6-79D6-AD29-39AA500FE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2DC2B-43EE-BAF1-A302-F7BD7B87A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88E7-8465-4499-6B7E-F5A63ECA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88E77-5449-0EBF-AA4C-E63C81DC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7E1B-6F00-03EC-A0C1-68A25F41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81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E030-5664-4FCC-842B-60DA7EBE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FB60D-AE09-FBDD-5456-1E6F2FCF3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B097F-67E8-E686-9379-173D6D29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0A9B1-70A9-ABDD-929F-319AAF84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896D8-7CDF-73CD-6B53-FCA22BE6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2282-170D-99A2-C011-122C298F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3C6E9-CD3A-F596-A9D1-0A53A7749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C2547-FBED-864D-0C47-F05D7F9A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8B6B-95B0-1E8A-167E-E3040F72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3D4E8-BF9C-D11D-A09D-3F5EDE62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9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0949-C899-06C9-41F8-442A3972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24925-0281-2ED6-6FE8-39F19C16C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6D1AB-8428-34AA-B470-483AF30D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154F4-047F-E3EF-15CF-1B863385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8A98C-EB04-32DB-E987-0334665D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19291-CE59-52F8-B30A-28230CE5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8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430E-8CD3-72E8-AD8B-9F6A2AA70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D1BC5-C876-EAA4-8933-1AD5925D0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2BC7E-4071-2BD4-8C96-46600DE71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D305F-8C09-9EE1-0749-3D5BC381A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2D01C-0290-904B-CA82-A3BF8EB59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AF3823-A98B-2EE6-49F3-DC7073E4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4A08C-A273-78FE-0906-71BBE241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7CEFE-C009-5A6A-4F48-ABB8093B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6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9E2F9-31EF-73EE-730C-209EBC10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8994C-8047-A44E-D082-0A924BBC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5CE41-B9CD-03A8-144D-D0DDD5EB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07AA4-5282-5084-4621-1BC09A30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E454C-E7F8-A38A-3C92-528A9939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D024C-B5A3-5FBF-9424-E0FDB94A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56868-4416-9EF2-F04B-F38AB5EC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1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4D27-8424-CDE8-2F68-63A13FBF7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2FFF9-AABD-3A25-4B81-840864699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64A28-613C-544D-5C10-9E9B9CD6C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15CA1-BEBC-C4E2-3644-968C09DA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BADB8-E9C8-79C2-E17C-4C927392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3E641-2723-7754-F225-3A420E43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A7E1-4154-0B3D-1C52-A3FC10A9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96D1C-A626-C6B9-813D-8F8C91081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E71C8-6013-2B71-B567-E66A02AC3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29840-25B6-BF3A-FE3E-1EAAC639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90EDD-90A0-2D49-1637-9CD97B45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CD644-7CB4-D7DB-9E02-86B53D63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32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556F-9982-747A-E197-568B61E3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37061-11B3-4540-78D4-B2F0337DF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4FC6D-73F9-BC03-2971-C0C84BA8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DD7C-5812-4B01-4162-B5DFB8F2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0A917-8705-5531-49E0-FBC7B297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3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C41A7-DA65-9F6D-AAD1-50D221203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A7314-CD5D-06D0-C61C-774C25110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F8AC4-BA07-19DE-2058-95DD0AE7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21F33-B6EE-AD4F-8E6A-BEE3DD1B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7C69F-B949-CC17-69C5-CBA48F97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F8D24-6AB1-8617-F7A0-D6AA3216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14E5-0FE4-3FA1-99AD-76A658482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86B50-0A0E-8190-3354-26A578ECE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FED5A-08D5-4340-9BBD-F9EA4699B3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BF169-ACB5-8BCE-F536-520A36D3E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7CD13-953D-1D87-B878-ED7009CC4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D7271-CB16-4F61-8F45-CDBF70FDE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E4A5-93D6-16DC-3F9C-AFD9BB6B5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706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1AA9-3EF0-83F0-4251-22604AD2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FF9E-7BD0-4E4F-4B6D-0C406AB88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73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D1EC-B98A-A3AF-D664-A17DD166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C365-7170-0744-C573-22381B340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6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1</vt:lpstr>
      <vt:lpstr>2</vt:lpstr>
      <vt:lpstr>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Hipes</dc:creator>
  <cp:lastModifiedBy>John Hipes</cp:lastModifiedBy>
  <cp:revision>1</cp:revision>
  <dcterms:created xsi:type="dcterms:W3CDTF">2026-09-09T16:27:13Z</dcterms:created>
  <dcterms:modified xsi:type="dcterms:W3CDTF">2026-09-09T16:27:27Z</dcterms:modified>
</cp:coreProperties>
</file>