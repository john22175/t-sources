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68" d="100"/>
          <a:sy n="68" d="100"/>
        </p:scale>
        <p:origin x="616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913FAF6-8AEB-410E-96C4-0A9D9459BEDE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470C7B-BCDA-4053-8F11-F7F28A2699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553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15A83D-7F78-A17E-AF85-0D1943149C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C89E54-B2D6-2823-EDC7-9A9398C609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AABE69-0AEC-D0A9-11C5-D3FD706627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15A0F5-083F-498D-B3F9-88783A01A1CC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83D89F-6555-5308-866B-941F31A725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37159C-6CEA-FD98-A7F7-A4FEE4728C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97CCB7-524D-4DA3-B640-092A88BCDF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37913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BE8F1C-29A7-F112-6A22-B348DFEEFC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646B5F-A66E-6B61-89B0-658D337D49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7F4563-4F43-50F5-B1B7-1F39BF24BA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15A0F5-083F-498D-B3F9-88783A01A1CC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3A04DA-BC9C-5252-CC34-72ACA1A7B2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9C8B5A-B8C1-C2B2-7DE8-A3F9611761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97CCB7-524D-4DA3-B640-092A88BCDF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76542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F782E9-8509-A78F-D3CC-8D2EE72579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DA838D-F444-74A8-2137-34D3206D63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BB7E99-0C05-7B65-272F-725DAFFDE9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15A0F5-083F-498D-B3F9-88783A01A1CC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545E86-D7C7-BB89-3F42-8EC541FEC7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1BF11A-19D7-CA72-FFB9-36A475C579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97CCB7-524D-4DA3-B640-092A88BCDF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17355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66A6A-6A22-2CF6-6437-4DA0A5B875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6D6B75-3D02-DEAD-E829-B73A1FB318F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F3AC01-03A7-CAD9-795B-8E254B7966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D94AE1-716A-4210-F410-B3648DA1FD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15A0F5-083F-498D-B3F9-88783A01A1CC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645B88-2D93-E516-3168-AE8FC86917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2442DF-41F1-4F35-D316-B7876AB12F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97CCB7-524D-4DA3-B640-092A88BCDF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38773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BC156B-0104-494E-54E8-36BB861897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22072B-DC29-AC63-F05E-8E6E576984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D5FAA8-2D73-5C3D-9058-378658C45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DD10ED2-D8FE-4E54-9CAC-A8A97253F1D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17F8C50-0EA5-20DD-1125-01433B55652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6DB8A54-6E68-7A47-7BCF-6349A90170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15A0F5-083F-498D-B3F9-88783A01A1CC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4A0A6EE-C0D9-A697-5666-DF6853263D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1EE95BD-29AB-1B53-1F45-39C70A4E51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97CCB7-524D-4DA3-B640-092A88BCDF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61240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32F455-1CAA-D1B3-DAC0-ECE6F3CA1F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5DA69E0-9114-131D-3D94-650776569A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15A0F5-083F-498D-B3F9-88783A01A1CC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97375D0-E3F0-AC4A-BC11-5B8108C7A5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1F4B43-AF7D-EDE9-FA58-1FB24050B9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97CCB7-524D-4DA3-B640-092A88BCDF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93202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F4367F3-357F-AE87-C0BD-200C5787A2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15A0F5-083F-498D-B3F9-88783A01A1CC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E0DD65B-79F7-18E6-C0FA-B2BE14430D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99B7F1-2F51-8983-D24A-135FE556A3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97CCB7-524D-4DA3-B640-092A88BCDF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87428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266504-F776-60B7-119B-40EFF66F90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DCD2EB-C00D-86DE-4F3B-8EE0DA2291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AA0C44B-FC10-80DD-B990-EBC6C720FD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E73C06-0445-2BAA-B268-D3E5977568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15A0F5-083F-498D-B3F9-88783A01A1CC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8D3586-A0C8-CF11-51F3-BC96E57EF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1A0599-5894-9E79-7B3E-503E6D9E59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97CCB7-524D-4DA3-B640-092A88BCDF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75839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729792-B6B2-983F-9B4F-88037BD907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C6F4845-86CE-8836-502C-6C974BCBA1C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A6E9CB-F57C-263B-221D-17DAB5860E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EF6E9D-161A-6C71-28B8-822A2C0D0C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15A0F5-083F-498D-B3F9-88783A01A1CC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CF231B-1532-87C5-08E5-613CFA36F1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1BD8D9-7F0B-0877-5222-5FE459643E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97CCB7-524D-4DA3-B640-092A88BCDF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60632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9556AC-ACA6-235E-9EDC-719E764B17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B60888F-1C55-D2AB-94BD-86B74FE39C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B69E44-48B3-968F-93DA-6FDC9D756B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15A0F5-083F-498D-B3F9-88783A01A1CC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D8A506-9966-639C-F61B-87EA6E7951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C94B6C-1B2C-291D-DC14-AACE353D88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97CCB7-524D-4DA3-B640-092A88BCDF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04637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4C52136-5AD3-F09E-98C7-7FC97B1414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142E5C9-FF5B-E846-49D5-7252E6E0B7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4EF4FA-04DC-EE19-DCE4-26C84E3D97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15A0F5-083F-498D-B3F9-88783A01A1CC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EE283F-787B-A48D-4A09-CE2B10401C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25BBF5-28ED-C864-F3F2-5B5EA480F8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97CCB7-524D-4DA3-B640-092A88BCDF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41515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4605145-4E4A-11B8-4A16-AD095EA4DF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E36BED-0B38-4546-A470-12D8D6084B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026FBC-EEE0-030A-25C6-E7050C58EDB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415A0F5-083F-498D-B3F9-88783A01A1CC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02C9D6-DC11-FB7E-4A32-1173D81751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03A368-833E-F198-5856-0D019187AC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A97CCB7-524D-4DA3-B640-092A88BCDF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41862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The image shows a dashboard with various vehicle diagnostic information, including fault codes, sensor readings, and engine inspection results for a vehicle with the model number TS8 BR24010BX.&#10;&#10;AI-generated content may be incorrect.">
            <a:extLst>
              <a:ext uri="{FF2B5EF4-FFF2-40B4-BE49-F238E27FC236}">
                <a16:creationId xmlns:a16="http://schemas.microsoft.com/office/drawing/2014/main" id="{D30F7F75-3980-A4B5-E0C3-C854C90980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083"/>
          <a:stretch>
            <a:fillRect/>
          </a:stretch>
        </p:blipFill>
        <p:spPr>
          <a:xfrm>
            <a:off x="0" y="0"/>
            <a:ext cx="12192000" cy="604894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D688A048-2738-2EBE-02E6-968DB7201CAE}"/>
              </a:ext>
            </a:extLst>
          </p:cNvPr>
          <p:cNvSpPr/>
          <p:nvPr/>
        </p:nvSpPr>
        <p:spPr>
          <a:xfrm>
            <a:off x="0" y="6106886"/>
            <a:ext cx="12192000" cy="751114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60919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5D98F8-82E9-7A43-B9CD-AD09851CA9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0F6CF78-D038-A12C-F8A8-947DFB93BC22}"/>
              </a:ext>
            </a:extLst>
          </p:cNvPr>
          <p:cNvSpPr/>
          <p:nvPr/>
        </p:nvSpPr>
        <p:spPr>
          <a:xfrm>
            <a:off x="0" y="6106886"/>
            <a:ext cx="12192000" cy="751114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The image shows a dashboard from a service management platform, listing various assets including their status, location, and operational details.&#10;&#10;AI-generated content may be incorrect.">
            <a:extLst>
              <a:ext uri="{FF2B5EF4-FFF2-40B4-BE49-F238E27FC236}">
                <a16:creationId xmlns:a16="http://schemas.microsoft.com/office/drawing/2014/main" id="{37461179-DCFD-5A86-00B7-8DFFD8328B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70"/>
          <a:stretch>
            <a:fillRect/>
          </a:stretch>
        </p:blipFill>
        <p:spPr>
          <a:xfrm>
            <a:off x="0" y="1"/>
            <a:ext cx="12192000" cy="6106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43547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Amanda Hague</dc:creator>
  <cp:lastModifiedBy>John Hipes</cp:lastModifiedBy>
  <cp:revision>3</cp:revision>
  <dcterms:created xsi:type="dcterms:W3CDTF">2026-09-09T19:57:34Z</dcterms:created>
  <dcterms:modified xsi:type="dcterms:W3CDTF">2026-09-10T00:38:45Z</dcterms:modified>
</cp:coreProperties>
</file>